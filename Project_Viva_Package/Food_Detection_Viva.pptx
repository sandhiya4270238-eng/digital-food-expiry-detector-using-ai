
<file path=[Content_Types].xml><?xml version="1.0" encoding="utf-8"?>
<Types xmlns="http://schemas.openxmlformats.org/package/2006/content-types">
  <Default Extension="xml" ContentType="application/xml"/>
  <Default Extension="jpeg" ContentType="image/jpeg"/>
  <Default Extension="JPG" ContentType="image/.jpg"/>
  <Default Extension="gif" ContentType="image/gif"/>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470" r:id="rId3"/>
    <p:sldId id="490" r:id="rId4"/>
    <p:sldId id="491" r:id="rId5"/>
    <p:sldId id="492" r:id="rId6"/>
    <p:sldId id="493" r:id="rId7"/>
    <p:sldId id="495" r:id="rId8"/>
    <p:sldId id="496" r:id="rId9"/>
    <p:sldId id="497" r:id="rId10"/>
    <p:sldId id="498" r:id="rId11"/>
    <p:sldId id="501" r:id="rId12"/>
    <p:sldId id="500"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74B23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p:scale>
          <a:sx n="75" d="100"/>
          <a:sy n="75" d="100"/>
        </p:scale>
        <p:origin x="1666" y="12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customXml" Target="../customXml/item3.xml"/><Relationship Id="rId2" Type="http://schemas.openxmlformats.org/officeDocument/2006/relationships/theme" Target="theme/theme1.xml"/><Relationship Id="rId19" Type="http://schemas.openxmlformats.org/officeDocument/2006/relationships/customXml" Target="../customXml/item2.xml"/><Relationship Id="rId18" Type="http://schemas.openxmlformats.org/officeDocument/2006/relationships/customXml" Target="../customXml/item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notesMaster" Target="notesMasters/notesMaster1.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3C0EA3F-7D60-42AD-9E53-61C53203310A}"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F5AA70-D979-4B88-8382-811493EE22CE}"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2EB6E4DB-C3C8-4AEF-B257-622259F995A0}" type="datetime1">
              <a:rPr lang="en-US" smtClean="0">
                <a:solidFill>
                  <a:prstClr val="white"/>
                </a:solidFill>
              </a:rPr>
            </a:fld>
            <a:endParaRPr lang="en-US" dirty="0">
              <a:solidFill>
                <a:prstClr val="white"/>
              </a:solidFill>
            </a:endParaRPr>
          </a:p>
        </p:txBody>
      </p:sp>
      <p:sp>
        <p:nvSpPr>
          <p:cNvPr id="5" name="Footer Placeholder 4"/>
          <p:cNvSpPr>
            <a:spLocks noGrp="1"/>
          </p:cNvSpPr>
          <p:nvPr>
            <p:ph type="ftr" sz="quarter" idx="11"/>
          </p:nvPr>
        </p:nvSpPr>
        <p:spPr/>
        <p:txBody>
          <a:bodyPr/>
          <a:lstStyle/>
          <a:p>
            <a:r>
              <a:rPr lang="en-US">
                <a:solidFill>
                  <a:prstClr val="white"/>
                </a:solidFill>
              </a:rPr>
              <a:t>python</a:t>
            </a:r>
            <a:endParaRPr lang="en-US" dirty="0">
              <a:solidFill>
                <a:prstClr val="white"/>
              </a:solidFill>
            </a:endParaRPr>
          </a:p>
        </p:txBody>
      </p:sp>
      <p:sp>
        <p:nvSpPr>
          <p:cNvPr id="6" name="Slide Number Placeholder 5"/>
          <p:cNvSpPr>
            <a:spLocks noGrp="1"/>
          </p:cNvSpPr>
          <p:nvPr>
            <p:ph type="sldNum" sz="quarter" idx="12"/>
          </p:nvPr>
        </p:nvSpPr>
        <p:spPr/>
        <p:txBody>
          <a:bodyPr/>
          <a:lstStyle/>
          <a:p>
            <a:fld id="{4CB832D3-12C1-4308-A414-DA2EE2CCB6B7}" type="slidenum">
              <a:rPr lang="en-US" smtClean="0">
                <a:solidFill>
                  <a:prstClr val="white"/>
                </a:solidFill>
              </a:rPr>
            </a:fld>
            <a:endParaRPr lang="en-US">
              <a:solidFill>
                <a:prstClr val="white"/>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4772804-27AD-46EB-A30F-36C72BE5E51A}" type="datetime1">
              <a:rPr lang="en-US" smtClean="0">
                <a:solidFill>
                  <a:prstClr val="white"/>
                </a:solidFill>
              </a:rPr>
            </a:fld>
            <a:endParaRPr lang="en-US">
              <a:solidFill>
                <a:prstClr val="white"/>
              </a:solidFill>
            </a:endParaRPr>
          </a:p>
        </p:txBody>
      </p:sp>
      <p:sp>
        <p:nvSpPr>
          <p:cNvPr id="5" name="Footer Placeholder 4"/>
          <p:cNvSpPr>
            <a:spLocks noGrp="1"/>
          </p:cNvSpPr>
          <p:nvPr>
            <p:ph type="ftr" sz="quarter" idx="11"/>
          </p:nvPr>
        </p:nvSpPr>
        <p:spPr/>
        <p:txBody>
          <a:bodyPr/>
          <a:lstStyle/>
          <a:p>
            <a:r>
              <a:rPr lang="en-US">
                <a:solidFill>
                  <a:prstClr val="white"/>
                </a:solidFill>
              </a:rPr>
              <a:t>python</a:t>
            </a:r>
            <a:endParaRPr lang="en-US" dirty="0">
              <a:solidFill>
                <a:prstClr val="white"/>
              </a:solidFill>
            </a:endParaRPr>
          </a:p>
        </p:txBody>
      </p:sp>
      <p:sp>
        <p:nvSpPr>
          <p:cNvPr id="6" name="Slide Number Placeholder 5"/>
          <p:cNvSpPr>
            <a:spLocks noGrp="1"/>
          </p:cNvSpPr>
          <p:nvPr>
            <p:ph type="sldNum" sz="quarter" idx="12"/>
          </p:nvPr>
        </p:nvSpPr>
        <p:spPr/>
        <p:txBody>
          <a:bodyPr/>
          <a:lstStyle/>
          <a:p>
            <a:fld id="{4CB832D3-12C1-4308-A414-DA2EE2CCB6B7}" type="slidenum">
              <a:rPr lang="en-US" smtClean="0">
                <a:solidFill>
                  <a:prstClr val="white"/>
                </a:solidFill>
              </a:rPr>
            </a:fld>
            <a:endParaRPr lang="en-US">
              <a:solidFill>
                <a:prstClr val="white"/>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 y="3643538"/>
            <a:ext cx="5943600" cy="818104"/>
          </a:xfrm>
          <a:solidFill>
            <a:srgbClr val="FF3300"/>
          </a:solidFill>
          <a:ln>
            <a:solidFill>
              <a:schemeClr val="bg1"/>
            </a:solidFill>
          </a:ln>
        </p:spPr>
        <p:txBody>
          <a:bodyPr anchor="ctr" anchorCtr="0">
            <a:normAutofit/>
          </a:bodyPr>
          <a:lstStyle>
            <a:lvl1pPr marL="0" indent="0">
              <a:buNone/>
              <a:defRPr sz="32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endParaRPr lang="en-US" dirty="0"/>
          </a:p>
        </p:txBody>
      </p:sp>
      <p:sp>
        <p:nvSpPr>
          <p:cNvPr id="4" name="Date Placeholder 3"/>
          <p:cNvSpPr>
            <a:spLocks noGrp="1"/>
          </p:cNvSpPr>
          <p:nvPr>
            <p:ph type="dt" sz="half" idx="10"/>
          </p:nvPr>
        </p:nvSpPr>
        <p:spPr/>
        <p:txBody>
          <a:bodyPr/>
          <a:lstStyle/>
          <a:p>
            <a:fld id="{81D718C1-C574-45EF-809F-48B9D5E6E68A}" type="datetime1">
              <a:rPr lang="en-US" smtClean="0">
                <a:solidFill>
                  <a:prstClr val="white"/>
                </a:solidFill>
              </a:rPr>
            </a:fld>
            <a:endParaRPr lang="en-US">
              <a:solidFill>
                <a:prstClr val="white"/>
              </a:solidFill>
            </a:endParaRPr>
          </a:p>
        </p:txBody>
      </p:sp>
      <p:sp>
        <p:nvSpPr>
          <p:cNvPr id="5" name="Footer Placeholder 4"/>
          <p:cNvSpPr>
            <a:spLocks noGrp="1"/>
          </p:cNvSpPr>
          <p:nvPr>
            <p:ph type="ftr" sz="quarter" idx="11"/>
          </p:nvPr>
        </p:nvSpPr>
        <p:spPr/>
        <p:txBody>
          <a:bodyPr/>
          <a:lstStyle/>
          <a:p>
            <a:r>
              <a:rPr lang="en-US">
                <a:solidFill>
                  <a:prstClr val="white"/>
                </a:solidFill>
              </a:rPr>
              <a:t>python</a:t>
            </a:r>
            <a:endParaRPr lang="en-US" dirty="0">
              <a:solidFill>
                <a:prstClr val="white"/>
              </a:solidFill>
            </a:endParaRPr>
          </a:p>
        </p:txBody>
      </p:sp>
      <p:sp>
        <p:nvSpPr>
          <p:cNvPr id="6" name="Slide Number Placeholder 5"/>
          <p:cNvSpPr>
            <a:spLocks noGrp="1"/>
          </p:cNvSpPr>
          <p:nvPr>
            <p:ph type="sldNum" sz="quarter" idx="12"/>
          </p:nvPr>
        </p:nvSpPr>
        <p:spPr/>
        <p:txBody>
          <a:bodyPr/>
          <a:lstStyle/>
          <a:p>
            <a:fld id="{4CB832D3-12C1-4308-A414-DA2EE2CCB6B7}" type="slidenum">
              <a:rPr lang="en-US" smtClean="0">
                <a:solidFill>
                  <a:prstClr val="white"/>
                </a:solidFill>
              </a:rPr>
            </a:fld>
            <a:endParaRPr lang="en-US">
              <a:solidFill>
                <a:prstClr val="white"/>
              </a:solidFill>
            </a:endParaRPr>
          </a:p>
        </p:txBody>
      </p:sp>
      <p:sp>
        <p:nvSpPr>
          <p:cNvPr id="9" name="Text Placeholder 2"/>
          <p:cNvSpPr>
            <a:spLocks noGrp="1"/>
          </p:cNvSpPr>
          <p:nvPr>
            <p:ph type="body" idx="13"/>
          </p:nvPr>
        </p:nvSpPr>
        <p:spPr>
          <a:xfrm>
            <a:off x="-1" y="1923393"/>
            <a:ext cx="8182303" cy="1261241"/>
          </a:xfrm>
          <a:solidFill>
            <a:srgbClr val="FF3300"/>
          </a:solidFill>
          <a:ln>
            <a:solidFill>
              <a:schemeClr val="bg1"/>
            </a:solidFill>
          </a:ln>
        </p:spPr>
        <p:txBody>
          <a:bodyPr anchor="ctr" anchorCtr="0">
            <a:noAutofit/>
          </a:bodyPr>
          <a:lstStyle>
            <a:lvl1pPr marL="0" indent="0">
              <a:buNone/>
              <a:defRPr sz="4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628651" y="1825625"/>
            <a:ext cx="38862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29151" y="1825625"/>
            <a:ext cx="38862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5CF45EDD-5BD1-4F6F-87C0-D1CD33CBED12}" type="datetime1">
              <a:rPr lang="en-US" smtClean="0">
                <a:solidFill>
                  <a:prstClr val="white"/>
                </a:solidFill>
              </a:rPr>
            </a:fld>
            <a:endParaRPr lang="en-US">
              <a:solidFill>
                <a:prstClr val="white"/>
              </a:solidFill>
            </a:endParaRPr>
          </a:p>
        </p:txBody>
      </p:sp>
      <p:sp>
        <p:nvSpPr>
          <p:cNvPr id="6" name="Footer Placeholder 5"/>
          <p:cNvSpPr>
            <a:spLocks noGrp="1"/>
          </p:cNvSpPr>
          <p:nvPr>
            <p:ph type="ftr" sz="quarter" idx="11"/>
          </p:nvPr>
        </p:nvSpPr>
        <p:spPr/>
        <p:txBody>
          <a:bodyPr/>
          <a:lstStyle/>
          <a:p>
            <a:r>
              <a:rPr lang="en-US">
                <a:solidFill>
                  <a:prstClr val="white"/>
                </a:solidFill>
              </a:rPr>
              <a:t>python</a:t>
            </a:r>
            <a:endParaRPr lang="en-US" dirty="0">
              <a:solidFill>
                <a:prstClr val="white"/>
              </a:solidFill>
            </a:endParaRPr>
          </a:p>
        </p:txBody>
      </p:sp>
      <p:sp>
        <p:nvSpPr>
          <p:cNvPr id="7" name="Slide Number Placeholder 6"/>
          <p:cNvSpPr>
            <a:spLocks noGrp="1"/>
          </p:cNvSpPr>
          <p:nvPr>
            <p:ph type="sldNum" sz="quarter" idx="12"/>
          </p:nvPr>
        </p:nvSpPr>
        <p:spPr/>
        <p:txBody>
          <a:bodyPr/>
          <a:lstStyle/>
          <a:p>
            <a:fld id="{4CB832D3-12C1-4308-A414-DA2EE2CCB6B7}" type="slidenum">
              <a:rPr lang="en-US" smtClean="0">
                <a:solidFill>
                  <a:prstClr val="white"/>
                </a:solidFill>
              </a:rPr>
            </a:fld>
            <a:endParaRPr lang="en-US">
              <a:solidFill>
                <a:prstClr val="white"/>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3" y="365128"/>
            <a:ext cx="78867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629843"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629843" y="2505076"/>
            <a:ext cx="3868340"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29152"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29152" y="2505076"/>
            <a:ext cx="3887391"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6DEF73DB-4B7F-4DA8-A155-8D04A3A773B5}" type="datetime1">
              <a:rPr lang="en-US" smtClean="0">
                <a:solidFill>
                  <a:prstClr val="white"/>
                </a:solidFill>
              </a:rPr>
            </a:fld>
            <a:endParaRPr lang="en-US">
              <a:solidFill>
                <a:prstClr val="white"/>
              </a:solidFill>
            </a:endParaRPr>
          </a:p>
        </p:txBody>
      </p:sp>
      <p:sp>
        <p:nvSpPr>
          <p:cNvPr id="8" name="Footer Placeholder 7"/>
          <p:cNvSpPr>
            <a:spLocks noGrp="1"/>
          </p:cNvSpPr>
          <p:nvPr>
            <p:ph type="ftr" sz="quarter" idx="11"/>
          </p:nvPr>
        </p:nvSpPr>
        <p:spPr/>
        <p:txBody>
          <a:bodyPr/>
          <a:lstStyle/>
          <a:p>
            <a:r>
              <a:rPr lang="en-US">
                <a:solidFill>
                  <a:prstClr val="white"/>
                </a:solidFill>
              </a:rPr>
              <a:t>python</a:t>
            </a:r>
            <a:endParaRPr lang="en-US" dirty="0">
              <a:solidFill>
                <a:prstClr val="white"/>
              </a:solidFill>
            </a:endParaRPr>
          </a:p>
        </p:txBody>
      </p:sp>
      <p:sp>
        <p:nvSpPr>
          <p:cNvPr id="9" name="Slide Number Placeholder 8"/>
          <p:cNvSpPr>
            <a:spLocks noGrp="1"/>
          </p:cNvSpPr>
          <p:nvPr>
            <p:ph type="sldNum" sz="quarter" idx="12"/>
          </p:nvPr>
        </p:nvSpPr>
        <p:spPr/>
        <p:txBody>
          <a:bodyPr/>
          <a:lstStyle/>
          <a:p>
            <a:fld id="{4CB832D3-12C1-4308-A414-DA2EE2CCB6B7}" type="slidenum">
              <a:rPr lang="en-US" smtClean="0">
                <a:solidFill>
                  <a:prstClr val="white"/>
                </a:solidFill>
              </a:rPr>
            </a:fld>
            <a:endParaRPr lang="en-US">
              <a:solidFill>
                <a:prstClr val="white"/>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BCB7760-AC7C-4DFE-8C94-CB0E4E244786}" type="datetime1">
              <a:rPr lang="en-US" smtClean="0">
                <a:solidFill>
                  <a:prstClr val="white"/>
                </a:solidFill>
              </a:rPr>
            </a:fld>
            <a:endParaRPr lang="en-US">
              <a:solidFill>
                <a:prstClr val="white"/>
              </a:solidFill>
            </a:endParaRPr>
          </a:p>
        </p:txBody>
      </p:sp>
      <p:sp>
        <p:nvSpPr>
          <p:cNvPr id="4" name="Footer Placeholder 3"/>
          <p:cNvSpPr>
            <a:spLocks noGrp="1"/>
          </p:cNvSpPr>
          <p:nvPr>
            <p:ph type="ftr" sz="quarter" idx="11"/>
          </p:nvPr>
        </p:nvSpPr>
        <p:spPr/>
        <p:txBody>
          <a:bodyPr/>
          <a:lstStyle/>
          <a:p>
            <a:r>
              <a:rPr lang="en-US">
                <a:solidFill>
                  <a:prstClr val="white"/>
                </a:solidFill>
              </a:rPr>
              <a:t>python</a:t>
            </a:r>
            <a:endParaRPr lang="en-US" dirty="0">
              <a:solidFill>
                <a:prstClr val="white"/>
              </a:solidFill>
            </a:endParaRPr>
          </a:p>
        </p:txBody>
      </p:sp>
      <p:sp>
        <p:nvSpPr>
          <p:cNvPr id="5" name="Slide Number Placeholder 4"/>
          <p:cNvSpPr>
            <a:spLocks noGrp="1"/>
          </p:cNvSpPr>
          <p:nvPr>
            <p:ph type="sldNum" sz="quarter" idx="12"/>
          </p:nvPr>
        </p:nvSpPr>
        <p:spPr/>
        <p:txBody>
          <a:bodyPr/>
          <a:lstStyle/>
          <a:p>
            <a:fld id="{4CB832D3-12C1-4308-A414-DA2EE2CCB6B7}" type="slidenum">
              <a:rPr lang="en-US" smtClean="0">
                <a:solidFill>
                  <a:prstClr val="white"/>
                </a:solidFill>
              </a:rPr>
            </a:fld>
            <a:endParaRPr lang="en-US">
              <a:solidFill>
                <a:prstClr val="white"/>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C27244-E7A3-4137-BE23-20D882F67965}" type="datetime1">
              <a:rPr lang="en-US" smtClean="0">
                <a:solidFill>
                  <a:prstClr val="white"/>
                </a:solidFill>
              </a:rPr>
            </a:fld>
            <a:endParaRPr lang="en-US">
              <a:solidFill>
                <a:prstClr val="white"/>
              </a:solidFill>
            </a:endParaRPr>
          </a:p>
        </p:txBody>
      </p:sp>
      <p:sp>
        <p:nvSpPr>
          <p:cNvPr id="3" name="Footer Placeholder 2"/>
          <p:cNvSpPr>
            <a:spLocks noGrp="1"/>
          </p:cNvSpPr>
          <p:nvPr>
            <p:ph type="ftr" sz="quarter" idx="11"/>
          </p:nvPr>
        </p:nvSpPr>
        <p:spPr/>
        <p:txBody>
          <a:bodyPr/>
          <a:lstStyle/>
          <a:p>
            <a:r>
              <a:rPr lang="en-US">
                <a:solidFill>
                  <a:prstClr val="white"/>
                </a:solidFill>
              </a:rPr>
              <a:t>python</a:t>
            </a:r>
            <a:endParaRPr lang="en-US" dirty="0">
              <a:solidFill>
                <a:prstClr val="white"/>
              </a:solidFill>
            </a:endParaRPr>
          </a:p>
        </p:txBody>
      </p:sp>
      <p:sp>
        <p:nvSpPr>
          <p:cNvPr id="4" name="Slide Number Placeholder 3"/>
          <p:cNvSpPr>
            <a:spLocks noGrp="1"/>
          </p:cNvSpPr>
          <p:nvPr>
            <p:ph type="sldNum" sz="quarter" idx="12"/>
          </p:nvPr>
        </p:nvSpPr>
        <p:spPr/>
        <p:txBody>
          <a:bodyPr/>
          <a:lstStyle/>
          <a:p>
            <a:fld id="{4CB832D3-12C1-4308-A414-DA2EE2CCB6B7}" type="slidenum">
              <a:rPr lang="en-US" smtClean="0">
                <a:solidFill>
                  <a:prstClr val="white"/>
                </a:solidFill>
              </a:rPr>
            </a:fld>
            <a:endParaRPr lang="en-US">
              <a:solidFill>
                <a:prstClr val="white"/>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3" y="457200"/>
            <a:ext cx="294917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3887392" y="987428"/>
            <a:ext cx="462915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629843" y="2057400"/>
            <a:ext cx="294917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A7536B10-04D0-4539-B946-B931E151919F}" type="datetime1">
              <a:rPr lang="en-US" smtClean="0">
                <a:solidFill>
                  <a:prstClr val="white"/>
                </a:solidFill>
              </a:rPr>
            </a:fld>
            <a:endParaRPr lang="en-US">
              <a:solidFill>
                <a:prstClr val="white"/>
              </a:solidFill>
            </a:endParaRPr>
          </a:p>
        </p:txBody>
      </p:sp>
      <p:sp>
        <p:nvSpPr>
          <p:cNvPr id="6" name="Footer Placeholder 5"/>
          <p:cNvSpPr>
            <a:spLocks noGrp="1"/>
          </p:cNvSpPr>
          <p:nvPr>
            <p:ph type="ftr" sz="quarter" idx="11"/>
          </p:nvPr>
        </p:nvSpPr>
        <p:spPr/>
        <p:txBody>
          <a:bodyPr/>
          <a:lstStyle/>
          <a:p>
            <a:r>
              <a:rPr lang="en-US">
                <a:solidFill>
                  <a:prstClr val="white"/>
                </a:solidFill>
              </a:rPr>
              <a:t>python</a:t>
            </a:r>
            <a:endParaRPr lang="en-US" dirty="0">
              <a:solidFill>
                <a:prstClr val="white"/>
              </a:solidFill>
            </a:endParaRPr>
          </a:p>
        </p:txBody>
      </p:sp>
      <p:sp>
        <p:nvSpPr>
          <p:cNvPr id="7" name="Slide Number Placeholder 6"/>
          <p:cNvSpPr>
            <a:spLocks noGrp="1"/>
          </p:cNvSpPr>
          <p:nvPr>
            <p:ph type="sldNum" sz="quarter" idx="12"/>
          </p:nvPr>
        </p:nvSpPr>
        <p:spPr/>
        <p:txBody>
          <a:bodyPr/>
          <a:lstStyle/>
          <a:p>
            <a:fld id="{4CB832D3-12C1-4308-A414-DA2EE2CCB6B7}" type="slidenum">
              <a:rPr lang="en-US" smtClean="0">
                <a:solidFill>
                  <a:prstClr val="white"/>
                </a:solidFill>
              </a:rPr>
            </a:fld>
            <a:endParaRPr lang="en-US">
              <a:solidFill>
                <a:prstClr val="white"/>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3" y="457200"/>
            <a:ext cx="294917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3887392" y="987428"/>
            <a:ext cx="4629151"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29843" y="2057400"/>
            <a:ext cx="294917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F34FEA1C-5F60-41C1-AB42-4A55D5914E0B}" type="datetime1">
              <a:rPr lang="en-US" smtClean="0">
                <a:solidFill>
                  <a:prstClr val="white"/>
                </a:solidFill>
              </a:rPr>
            </a:fld>
            <a:endParaRPr lang="en-US">
              <a:solidFill>
                <a:prstClr val="white"/>
              </a:solidFill>
            </a:endParaRPr>
          </a:p>
        </p:txBody>
      </p:sp>
      <p:sp>
        <p:nvSpPr>
          <p:cNvPr id="6" name="Footer Placeholder 5"/>
          <p:cNvSpPr>
            <a:spLocks noGrp="1"/>
          </p:cNvSpPr>
          <p:nvPr>
            <p:ph type="ftr" sz="quarter" idx="11"/>
          </p:nvPr>
        </p:nvSpPr>
        <p:spPr/>
        <p:txBody>
          <a:bodyPr/>
          <a:lstStyle/>
          <a:p>
            <a:r>
              <a:rPr lang="en-US">
                <a:solidFill>
                  <a:prstClr val="white"/>
                </a:solidFill>
              </a:rPr>
              <a:t>python</a:t>
            </a:r>
            <a:endParaRPr lang="en-US" dirty="0">
              <a:solidFill>
                <a:prstClr val="white"/>
              </a:solidFill>
            </a:endParaRPr>
          </a:p>
        </p:txBody>
      </p:sp>
      <p:sp>
        <p:nvSpPr>
          <p:cNvPr id="7" name="Slide Number Placeholder 6"/>
          <p:cNvSpPr>
            <a:spLocks noGrp="1"/>
          </p:cNvSpPr>
          <p:nvPr>
            <p:ph type="sldNum" sz="quarter" idx="12"/>
          </p:nvPr>
        </p:nvSpPr>
        <p:spPr/>
        <p:txBody>
          <a:bodyPr/>
          <a:lstStyle/>
          <a:p>
            <a:fld id="{4CB832D3-12C1-4308-A414-DA2EE2CCB6B7}" type="slidenum">
              <a:rPr lang="en-US" smtClean="0">
                <a:solidFill>
                  <a:prstClr val="white"/>
                </a:solidFill>
              </a:rPr>
            </a:fld>
            <a:endParaRPr lang="en-US">
              <a:solidFill>
                <a:prstClr val="white"/>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9A0B3CF1-EC6B-413E-8C89-557438528CB0}" type="datetime1">
              <a:rPr lang="en-US" smtClean="0">
                <a:solidFill>
                  <a:prstClr val="white"/>
                </a:solidFill>
              </a:rPr>
            </a:fld>
            <a:endParaRPr lang="en-US">
              <a:solidFill>
                <a:prstClr val="white"/>
              </a:solidFill>
            </a:endParaRPr>
          </a:p>
        </p:txBody>
      </p:sp>
      <p:sp>
        <p:nvSpPr>
          <p:cNvPr id="5" name="Footer Placeholder 4"/>
          <p:cNvSpPr>
            <a:spLocks noGrp="1"/>
          </p:cNvSpPr>
          <p:nvPr>
            <p:ph type="ftr" sz="quarter" idx="11"/>
          </p:nvPr>
        </p:nvSpPr>
        <p:spPr/>
        <p:txBody>
          <a:bodyPr/>
          <a:lstStyle/>
          <a:p>
            <a:r>
              <a:rPr lang="en-US">
                <a:solidFill>
                  <a:prstClr val="white"/>
                </a:solidFill>
              </a:rPr>
              <a:t>python</a:t>
            </a:r>
            <a:endParaRPr lang="en-US" dirty="0">
              <a:solidFill>
                <a:prstClr val="white"/>
              </a:solidFill>
            </a:endParaRPr>
          </a:p>
        </p:txBody>
      </p:sp>
      <p:sp>
        <p:nvSpPr>
          <p:cNvPr id="6" name="Slide Number Placeholder 5"/>
          <p:cNvSpPr>
            <a:spLocks noGrp="1"/>
          </p:cNvSpPr>
          <p:nvPr>
            <p:ph type="sldNum" sz="quarter" idx="12"/>
          </p:nvPr>
        </p:nvSpPr>
        <p:spPr/>
        <p:txBody>
          <a:bodyPr/>
          <a:lstStyle/>
          <a:p>
            <a:fld id="{4CB832D3-12C1-4308-A414-DA2EE2CCB6B7}" type="slidenum">
              <a:rPr lang="en-US" smtClean="0">
                <a:solidFill>
                  <a:prstClr val="white"/>
                </a:solidFill>
              </a:rPr>
            </a:fld>
            <a:endParaRPr lang="en-US">
              <a:solidFill>
                <a:prstClr val="white"/>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EDAC1AF-3B10-4552-951A-44F6B54B4AED}" type="datetime1">
              <a:rPr lang="en-US" smtClean="0">
                <a:solidFill>
                  <a:prstClr val="white"/>
                </a:solidFill>
              </a:rPr>
            </a:fld>
            <a:endParaRPr lang="en-US">
              <a:solidFill>
                <a:prstClr val="white"/>
              </a:solidFill>
            </a:endParaRPr>
          </a:p>
        </p:txBody>
      </p:sp>
      <p:sp>
        <p:nvSpPr>
          <p:cNvPr id="5" name="Footer Placeholder 4"/>
          <p:cNvSpPr>
            <a:spLocks noGrp="1"/>
          </p:cNvSpPr>
          <p:nvPr>
            <p:ph type="ftr" sz="quarter" idx="11"/>
          </p:nvPr>
        </p:nvSpPr>
        <p:spPr/>
        <p:txBody>
          <a:bodyPr/>
          <a:lstStyle/>
          <a:p>
            <a:r>
              <a:rPr lang="en-US">
                <a:solidFill>
                  <a:prstClr val="white"/>
                </a:solidFill>
              </a:rPr>
              <a:t>python</a:t>
            </a:r>
            <a:endParaRPr lang="en-US" dirty="0">
              <a:solidFill>
                <a:prstClr val="white"/>
              </a:solidFill>
            </a:endParaRPr>
          </a:p>
        </p:txBody>
      </p:sp>
      <p:sp>
        <p:nvSpPr>
          <p:cNvPr id="6" name="Slide Number Placeholder 5"/>
          <p:cNvSpPr>
            <a:spLocks noGrp="1"/>
          </p:cNvSpPr>
          <p:nvPr>
            <p:ph type="sldNum" sz="quarter" idx="12"/>
          </p:nvPr>
        </p:nvSpPr>
        <p:spPr/>
        <p:txBody>
          <a:bodyPr/>
          <a:lstStyle/>
          <a:p>
            <a:fld id="{4CB832D3-12C1-4308-A414-DA2EE2CCB6B7}" type="slidenum">
              <a:rPr lang="en-US" smtClean="0">
                <a:solidFill>
                  <a:prstClr val="white"/>
                </a:solidFill>
              </a:rPr>
            </a:fld>
            <a:endParaRPr lang="en-US">
              <a:solidFill>
                <a:prstClr val="white"/>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GIF"/><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Rectangle 15"/>
          <p:cNvSpPr/>
          <p:nvPr userDrawn="1"/>
        </p:nvSpPr>
        <p:spPr>
          <a:xfrm>
            <a:off x="-15766" y="6337738"/>
            <a:ext cx="9159766" cy="520266"/>
          </a:xfrm>
          <a:prstGeom prst="rect">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 name="Title Placeholder 1"/>
          <p:cNvSpPr>
            <a:spLocks noGrp="1"/>
          </p:cNvSpPr>
          <p:nvPr>
            <p:ph type="title"/>
          </p:nvPr>
        </p:nvSpPr>
        <p:spPr>
          <a:xfrm>
            <a:off x="268014" y="365129"/>
            <a:ext cx="8247338" cy="880347"/>
          </a:xfrm>
          <a:prstGeom prst="rect">
            <a:avLst/>
          </a:prstGeom>
        </p:spPr>
        <p:txBody>
          <a:bodyPr vert="horz" lIns="91440" tIns="45720" rIns="91440" bIns="45720" rtlCol="0" anchor="ctr">
            <a:normAutofit/>
          </a:bodyPr>
          <a:lstStyle/>
          <a:p>
            <a:r>
              <a:rPr lang="en-US" dirty="0"/>
              <a:t>Click to edit Master title style</a:t>
            </a:r>
            <a:endParaRPr lang="en-US" dirty="0"/>
          </a:p>
        </p:txBody>
      </p:sp>
      <p:sp>
        <p:nvSpPr>
          <p:cNvPr id="3" name="Text Placeholder 2"/>
          <p:cNvSpPr>
            <a:spLocks noGrp="1"/>
          </p:cNvSpPr>
          <p:nvPr>
            <p:ph type="body" idx="1"/>
          </p:nvPr>
        </p:nvSpPr>
        <p:spPr>
          <a:xfrm>
            <a:off x="299545" y="1529256"/>
            <a:ext cx="8215807" cy="4572000"/>
          </a:xfrm>
          <a:prstGeom prst="rect">
            <a:avLst/>
          </a:prstGeom>
        </p:spPr>
        <p:txBody>
          <a:bodyPr vert="horz" lIns="91440" tIns="45720" rIns="91440" bIns="4572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nvPr>
        </p:nvSpPr>
        <p:spPr>
          <a:xfrm>
            <a:off x="628651" y="6526926"/>
            <a:ext cx="2057400" cy="257617"/>
          </a:xfrm>
          <a:prstGeom prst="rect">
            <a:avLst/>
          </a:prstGeom>
        </p:spPr>
        <p:txBody>
          <a:bodyPr vert="horz" lIns="91440" tIns="45720" rIns="91440" bIns="45720" rtlCol="0" anchor="ctr"/>
          <a:lstStyle>
            <a:lvl1pPr algn="l">
              <a:defRPr sz="1200" b="0">
                <a:solidFill>
                  <a:schemeClr val="bg1"/>
                </a:solidFill>
              </a:defRPr>
            </a:lvl1pPr>
          </a:lstStyle>
          <a:p>
            <a:fld id="{603BA9F8-E638-4CE9-9BF9-5E847920BFF9}" type="datetime1">
              <a:rPr lang="en-US" smtClean="0">
                <a:solidFill>
                  <a:prstClr val="white"/>
                </a:solidFill>
              </a:rPr>
            </a:fld>
            <a:endParaRPr lang="en-US" dirty="0">
              <a:solidFill>
                <a:prstClr val="white"/>
              </a:solidFill>
            </a:endParaRPr>
          </a:p>
        </p:txBody>
      </p:sp>
      <p:sp>
        <p:nvSpPr>
          <p:cNvPr id="5" name="Footer Placeholder 4"/>
          <p:cNvSpPr>
            <a:spLocks noGrp="1"/>
          </p:cNvSpPr>
          <p:nvPr>
            <p:ph type="ftr" sz="quarter" idx="3"/>
          </p:nvPr>
        </p:nvSpPr>
        <p:spPr>
          <a:xfrm>
            <a:off x="3028952" y="6526926"/>
            <a:ext cx="3086100" cy="257617"/>
          </a:xfrm>
          <a:prstGeom prst="rect">
            <a:avLst/>
          </a:prstGeom>
        </p:spPr>
        <p:txBody>
          <a:bodyPr vert="horz" lIns="91440" tIns="45720" rIns="91440" bIns="45720" rtlCol="0" anchor="ctr"/>
          <a:lstStyle>
            <a:lvl1pPr algn="ctr">
              <a:defRPr sz="1200" b="0">
                <a:solidFill>
                  <a:schemeClr val="bg1"/>
                </a:solidFill>
              </a:defRPr>
            </a:lvl1pPr>
          </a:lstStyle>
          <a:p>
            <a:r>
              <a:rPr lang="en-US">
                <a:solidFill>
                  <a:prstClr val="white"/>
                </a:solidFill>
              </a:rPr>
              <a:t>python</a:t>
            </a:r>
            <a:endParaRPr lang="en-US" dirty="0">
              <a:solidFill>
                <a:prstClr val="white"/>
              </a:solidFill>
            </a:endParaRPr>
          </a:p>
        </p:txBody>
      </p:sp>
      <p:sp>
        <p:nvSpPr>
          <p:cNvPr id="6" name="Slide Number Placeholder 5"/>
          <p:cNvSpPr>
            <a:spLocks noGrp="1"/>
          </p:cNvSpPr>
          <p:nvPr>
            <p:ph type="sldNum" sz="quarter" idx="4"/>
          </p:nvPr>
        </p:nvSpPr>
        <p:spPr>
          <a:xfrm>
            <a:off x="6457951" y="6526926"/>
            <a:ext cx="1014904" cy="268014"/>
          </a:xfrm>
          <a:prstGeom prst="rect">
            <a:avLst/>
          </a:prstGeom>
        </p:spPr>
        <p:txBody>
          <a:bodyPr vert="horz" lIns="91440" tIns="45720" rIns="91440" bIns="45720" rtlCol="0" anchor="ctr"/>
          <a:lstStyle>
            <a:lvl1pPr algn="r">
              <a:defRPr sz="1200" b="0">
                <a:solidFill>
                  <a:schemeClr val="bg1"/>
                </a:solidFill>
              </a:defRPr>
            </a:lvl1pPr>
          </a:lstStyle>
          <a:p>
            <a:fld id="{4CB832D3-12C1-4308-A414-DA2EE2CCB6B7}" type="slidenum">
              <a:rPr lang="en-US" smtClean="0">
                <a:solidFill>
                  <a:prstClr val="white"/>
                </a:solidFill>
              </a:rPr>
            </a:fld>
            <a:endParaRPr lang="en-US" dirty="0">
              <a:solidFill>
                <a:prstClr val="white"/>
              </a:solidFill>
            </a:endParaRPr>
          </a:p>
        </p:txBody>
      </p:sp>
      <p:pic>
        <p:nvPicPr>
          <p:cNvPr id="7" name="Picture 3" descr="MCET emblem"/>
          <p:cNvPicPr>
            <a:picLocks noChangeAspect="1" noChangeArrowheads="1"/>
          </p:cNvPicPr>
          <p:nvPr userDrawn="1"/>
        </p:nvPicPr>
        <p:blipFill>
          <a:blip r:embed="rId12" cstate="print"/>
          <a:srcRect/>
          <a:stretch>
            <a:fillRect/>
          </a:stretch>
        </p:blipFill>
        <p:spPr bwMode="auto">
          <a:xfrm>
            <a:off x="8044634" y="66858"/>
            <a:ext cx="1008711" cy="580898"/>
          </a:xfrm>
          <a:prstGeom prst="rect">
            <a:avLst/>
          </a:prstGeom>
          <a:noFill/>
          <a:ln w="9525">
            <a:noFill/>
            <a:miter lim="800000"/>
            <a:headEnd/>
            <a:tailEnd/>
          </a:ln>
        </p:spPr>
      </p:pic>
      <p:cxnSp>
        <p:nvCxnSpPr>
          <p:cNvPr id="9" name="Straight Connector 8"/>
          <p:cNvCxnSpPr/>
          <p:nvPr userDrawn="1"/>
        </p:nvCxnSpPr>
        <p:spPr>
          <a:xfrm>
            <a:off x="-15766" y="6463862"/>
            <a:ext cx="9159766" cy="0"/>
          </a:xfrm>
          <a:prstGeom prst="line">
            <a:avLst/>
          </a:prstGeom>
          <a:ln w="762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pic>
        <p:nvPicPr>
          <p:cNvPr id="1026" name="Picture 2" descr="NIA Educational Institutions"/>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7953859" y="6335548"/>
            <a:ext cx="1099486" cy="522451"/>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rgbClr val="FF3300"/>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924800" y="41366"/>
            <a:ext cx="1143000" cy="762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Picture 2" descr="C:\Users\admin\Downloads\MCET Text logo_V17.0.png"/>
          <p:cNvPicPr>
            <a:picLocks noChangeAspect="1" noChangeArrowheads="1"/>
          </p:cNvPicPr>
          <p:nvPr/>
        </p:nvPicPr>
        <p:blipFill>
          <a:blip r:embed="rId1" cstate="print"/>
          <a:srcRect/>
          <a:stretch>
            <a:fillRect/>
          </a:stretch>
        </p:blipFill>
        <p:spPr bwMode="auto">
          <a:xfrm>
            <a:off x="328672" y="102326"/>
            <a:ext cx="8490857" cy="1850571"/>
          </a:xfrm>
          <a:prstGeom prst="rect">
            <a:avLst/>
          </a:prstGeom>
          <a:noFill/>
        </p:spPr>
      </p:pic>
      <p:sp>
        <p:nvSpPr>
          <p:cNvPr id="2" name="Footer Placeholder 1"/>
          <p:cNvSpPr>
            <a:spLocks noGrp="1"/>
          </p:cNvSpPr>
          <p:nvPr>
            <p:ph type="ftr" sz="quarter" idx="11"/>
          </p:nvPr>
        </p:nvSpPr>
        <p:spPr/>
        <p:txBody>
          <a:bodyPr/>
          <a:lstStyle/>
          <a:p>
            <a:endParaRPr lang="en-US" dirty="0"/>
          </a:p>
        </p:txBody>
      </p:sp>
      <p:sp>
        <p:nvSpPr>
          <p:cNvPr id="5" name="Title 4"/>
          <p:cNvSpPr>
            <a:spLocks noGrp="1"/>
          </p:cNvSpPr>
          <p:nvPr>
            <p:ph type="ctrTitle"/>
          </p:nvPr>
        </p:nvSpPr>
        <p:spPr>
          <a:xfrm>
            <a:off x="914400" y="2209800"/>
            <a:ext cx="8600440" cy="1179830"/>
          </a:xfrm>
        </p:spPr>
        <p:txBody>
          <a:bodyPr>
            <a:normAutofit/>
          </a:bodyPr>
          <a:lstStyle/>
          <a:p>
            <a:r>
              <a:rPr lang="en-US"/>
              <a:t>Digital Food Expiry Detector</a:t>
            </a:r>
            <a:endParaRPr lang="en-US"/>
          </a:p>
        </p:txBody>
      </p:sp>
      <p:sp>
        <p:nvSpPr>
          <p:cNvPr id="7" name="Subtitle 6"/>
          <p:cNvSpPr>
            <a:spLocks noGrp="1"/>
          </p:cNvSpPr>
          <p:nvPr>
            <p:ph type="subTitle" idx="1"/>
          </p:nvPr>
        </p:nvSpPr>
        <p:spPr>
          <a:xfrm>
            <a:off x="1295400" y="3276600"/>
            <a:ext cx="6728460" cy="1475105"/>
          </a:xfrm>
        </p:spPr>
        <p:txBody>
          <a:bodyPr>
            <a:normAutofit/>
          </a:bodyPr>
          <a:lstStyle/>
          <a:p>
            <a:pPr marL="0" indent="0">
              <a:buNone/>
            </a:pPr>
            <a:r>
              <a:t>Domain: Artificial Intelligence &amp; Machine </a:t>
            </a:r>
          </a:p>
          <a:p>
            <a:pPr marL="0" indent="0">
              <a:buNone/>
            </a:pPr>
            <a:r>
              <a:t> </a:t>
            </a:r>
            <a:r>
              <a:rPr lang="en-US"/>
              <a:t>                </a:t>
            </a:r>
            <a:r>
              <a:t>Learning</a:t>
            </a:r>
          </a:p>
          <a:p/>
          <a:p>
            <a:pPr marL="0" indent="0">
              <a:buNone/>
            </a:pPr>
            <a:endParaRPr lang="en-US"/>
          </a:p>
        </p:txBody>
      </p:sp>
      <p:sp>
        <p:nvSpPr>
          <p:cNvPr id="9" name="Subtitle 2"/>
          <p:cNvSpPr>
            <a:spLocks noGrp="1"/>
          </p:cNvSpPr>
          <p:nvPr/>
        </p:nvSpPr>
        <p:spPr>
          <a:xfrm>
            <a:off x="4966335" y="4812030"/>
            <a:ext cx="3709670" cy="1332230"/>
          </a:xfrm>
          <a:prstGeom prst="rect">
            <a:avLst/>
          </a:prstGeom>
        </p:spPr>
        <p:txBody>
          <a:bodyPr vert="horz" lIns="91440" tIns="45720" rIns="91440" bIns="45720" rtlCol="0">
            <a:normAutofit/>
          </a:bodyPr>
          <a:lstStyle>
            <a:lvl1pPr marL="0" indent="0" algn="ctr" defTabSz="914400" rtl="0" eaLnBrk="1" latinLnBrk="0" hangingPunct="1">
              <a:lnSpc>
                <a:spcPct val="12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12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2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2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2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t>By</a:t>
            </a:r>
            <a:endParaRPr lang="en-US"/>
          </a:p>
          <a:p>
            <a:r>
              <a:rPr lang="en-US"/>
              <a:t>A.SANDHIYA.MCA</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kitchen_bg.png"/>
          <p:cNvPicPr>
            <a:picLocks noChangeAspect="1"/>
          </p:cNvPicPr>
          <p:nvPr/>
        </p:nvPicPr>
        <p:blipFill>
          <a:blip r:embed="rId1"/>
          <a:stretch>
            <a:fillRect/>
          </a:stretch>
        </p:blipFill>
        <p:spPr>
          <a:xfrm>
            <a:off x="5867400" y="2438400"/>
            <a:ext cx="2743200" cy="2743200"/>
          </a:xfrm>
          <a:prstGeom prst="rect">
            <a:avLst/>
          </a:prstGeom>
        </p:spPr>
      </p:pic>
      <p:sp>
        <p:nvSpPr>
          <p:cNvPr id="6" name="Subtitle 5"/>
          <p:cNvSpPr/>
          <p:nvPr>
            <p:ph type="subTitle" idx="1"/>
          </p:nvPr>
        </p:nvSpPr>
        <p:spPr>
          <a:xfrm>
            <a:off x="228600" y="838200"/>
            <a:ext cx="5424805" cy="4863465"/>
          </a:xfrm>
        </p:spPr>
        <p:txBody>
          <a:bodyPr>
            <a:normAutofit fontScale="25000"/>
          </a:bodyPr>
          <a:p>
            <a:pPr algn="l"/>
            <a:r>
              <a:rPr lang="en-US" altLang="en-US" sz="12800" b="1">
                <a:solidFill>
                  <a:schemeClr val="bg2">
                    <a:lumMod val="50000"/>
                  </a:schemeClr>
                </a:solidFill>
              </a:rPr>
              <a:t>ABSTRACT:</a:t>
            </a:r>
            <a:endParaRPr lang="en-US" altLang="en-US" sz="12800" b="1">
              <a:solidFill>
                <a:schemeClr val="bg2">
                  <a:lumMod val="50000"/>
                </a:schemeClr>
              </a:solidFill>
            </a:endParaRPr>
          </a:p>
          <a:p>
            <a:pPr algn="l"/>
            <a:endParaRPr lang="en-US" altLang="en-US" sz="8000" b="1">
              <a:solidFill>
                <a:schemeClr val="bg2">
                  <a:lumMod val="50000"/>
                </a:schemeClr>
              </a:solidFill>
            </a:endParaRPr>
          </a:p>
          <a:p>
            <a:pPr algn="l"/>
            <a:r>
              <a:rPr lang="en-US" altLang="en-US" sz="8000"/>
              <a:t>This project focuses on detecting the freshness of food items using Deep Learning techniques. A Convolutional Neural Network (CNN) model is trained on image datasets categorized into Fresh, Slightly Spoiled, and Rotten. The system automates food quality analysis, reduces manual inspection, and helps minimize food wastage. It processes images, classifies them, and provides accurate predictions efficiently.</a:t>
            </a:r>
            <a:endParaRPr lang="en-US" altLang="en-US" sz="8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pPr>
              <a:defRPr sz="3200" b="1">
                <a:solidFill>
                  <a:srgbClr val="0096FF"/>
                </a:solidFill>
              </a:defRPr>
            </a:pPr>
            <a:r>
              <a:t>INTRODUCTION</a:t>
            </a:r>
          </a:p>
        </p:txBody>
      </p:sp>
      <p:sp>
        <p:nvSpPr>
          <p:cNvPr id="3" name="Content Placeholder 2"/>
          <p:cNvSpPr>
            <a:spLocks noGrp="1"/>
          </p:cNvSpPr>
          <p:nvPr>
            <p:ph idx="1"/>
          </p:nvPr>
        </p:nvSpPr>
        <p:spPr/>
        <p:txBody>
          <a:bodyPr/>
          <a:lstStyle/>
          <a:p>
            <a:r>
              <a:t>• Scope: Intelligent inventory for households &amp; retail.</a:t>
            </a:r>
          </a:p>
          <a:p>
            <a:r>
              <a:t>• Objectives: Automate spoilage detection using CNN architectures.</a:t>
            </a:r>
          </a:p>
          <a:p>
            <a:r>
              <a:t>• System: Neural sensor-based food monitoring.</a:t>
            </a:r>
          </a:p>
          <a:p>
            <a:r>
              <a:t>• Proposed: Cloud-edge hybrid for real-time inference.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pPr>
              <a:defRPr sz="3200" b="1">
                <a:solidFill>
                  <a:srgbClr val="0096FF"/>
                </a:solidFill>
              </a:defRPr>
            </a:pPr>
            <a:r>
              <a:t>OVERALL DESCRIPTION</a:t>
            </a:r>
          </a:p>
        </p:txBody>
      </p:sp>
      <p:sp>
        <p:nvSpPr>
          <p:cNvPr id="3" name="Content Placeholder 2"/>
          <p:cNvSpPr>
            <a:spLocks noGrp="1"/>
          </p:cNvSpPr>
          <p:nvPr>
            <p:ph idx="1"/>
          </p:nvPr>
        </p:nvSpPr>
        <p:spPr>
          <a:xfrm>
            <a:off x="299720" y="1529080"/>
            <a:ext cx="6096635" cy="4572000"/>
          </a:xfrm>
        </p:spPr>
        <p:txBody>
          <a:bodyPr/>
          <a:lstStyle/>
          <a:p>
            <a:r>
              <a:t>• Hardware: Optical sensors (Camera), 8-core CPU.</a:t>
            </a:r>
          </a:p>
          <a:p>
            <a:r>
              <a:t>• Software: Python 3.13, Flask, TensorFlow, SQLite.</a:t>
            </a:r>
          </a:p>
          <a:p>
            <a:r>
              <a:t>• Characteristics: Low latency, high precision classification.</a:t>
            </a:r>
          </a:p>
          <a:p>
            <a:r>
              <a:t>• Compatibility: Cross-platform Web/Mobile.</a:t>
            </a:r>
          </a:p>
        </p:txBody>
      </p:sp>
      <p:pic>
        <p:nvPicPr>
          <p:cNvPr id="4" name="Picture 3" descr="tomato_fresh.png"/>
          <p:cNvPicPr>
            <a:picLocks noChangeAspect="1"/>
          </p:cNvPicPr>
          <p:nvPr/>
        </p:nvPicPr>
        <p:blipFill>
          <a:blip r:embed="rId1"/>
          <a:stretch>
            <a:fillRect/>
          </a:stretch>
        </p:blipFill>
        <p:spPr>
          <a:xfrm>
            <a:off x="5956300" y="1143000"/>
            <a:ext cx="2286000" cy="2286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pPr>
              <a:defRPr sz="3200" b="1">
                <a:solidFill>
                  <a:srgbClr val="0096FF"/>
                </a:solidFill>
              </a:defRPr>
            </a:pPr>
            <a:r>
              <a:t>SPECIFIC REQUIREMENTS</a:t>
            </a:r>
          </a:p>
        </p:txBody>
      </p:sp>
      <p:sp>
        <p:nvSpPr>
          <p:cNvPr id="3" name="Content Placeholder 2"/>
          <p:cNvSpPr>
            <a:spLocks noGrp="1"/>
          </p:cNvSpPr>
          <p:nvPr>
            <p:ph idx="1"/>
          </p:nvPr>
        </p:nvSpPr>
        <p:spPr/>
        <p:txBody>
          <a:bodyPr/>
          <a:lstStyle/>
          <a:p>
            <a:r>
              <a:t>• Functional: Capture -&gt; Sync -&gt; Analyze -&gt; Alert.</a:t>
            </a:r>
          </a:p>
          <a:p>
            <a:r>
              <a:t>• Non-Functional: 95% Accuracy, &lt;2s Response Time.</a:t>
            </a:r>
          </a:p>
          <a:p>
            <a:r>
              <a:t>• Security: Multi-user data isolation (Auth).</a:t>
            </a:r>
          </a:p>
          <a:p>
            <a:r>
              <a:t>• Reliability: Redundant AI core retries.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pPr>
              <a:defRPr sz="3200" b="1">
                <a:solidFill>
                  <a:srgbClr val="0096FF"/>
                </a:solidFill>
              </a:defRPr>
            </a:pPr>
            <a:r>
              <a:t>SYSTEM FLOW &amp; ARCHITECTURE</a:t>
            </a:r>
          </a:p>
        </p:txBody>
      </p:sp>
      <p:pic>
        <p:nvPicPr>
          <p:cNvPr id="4" name="Picture 3" descr="architecture_diagram.png"/>
          <p:cNvPicPr>
            <a:picLocks noChangeAspect="1"/>
          </p:cNvPicPr>
          <p:nvPr/>
        </p:nvPicPr>
        <p:blipFill>
          <a:blip r:embed="rId1"/>
          <a:stretch>
            <a:fillRect/>
          </a:stretch>
        </p:blipFill>
        <p:spPr>
          <a:xfrm>
            <a:off x="61595" y="1085850"/>
            <a:ext cx="9013190" cy="512699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pPr>
              <a:defRPr sz="3200" b="1">
                <a:solidFill>
                  <a:srgbClr val="0096FF"/>
                </a:solidFill>
              </a:defRPr>
            </a:pPr>
            <a:r>
              <a:t>METHOD OF SOLUTION</a:t>
            </a:r>
          </a:p>
        </p:txBody>
      </p:sp>
      <p:sp>
        <p:nvSpPr>
          <p:cNvPr id="3" name="Content Placeholder 2"/>
          <p:cNvSpPr>
            <a:spLocks noGrp="1"/>
          </p:cNvSpPr>
          <p:nvPr>
            <p:ph idx="1"/>
          </p:nvPr>
        </p:nvSpPr>
        <p:spPr/>
        <p:txBody>
          <a:bodyPr/>
          <a:lstStyle/>
          <a:p>
            <a:r>
              <a:t>• Input Sample: 224x224 RGB Frame.</a:t>
            </a:r>
          </a:p>
          <a:p>
            <a:r>
              <a:t>• Process: Feature extraction -&gt; Softmax classification.</a:t>
            </a:r>
          </a:p>
          <a:p>
            <a:r>
              <a:t>• Output: Freshness telemetry + Expiry forecast.</a:t>
            </a:r>
          </a:p>
          <a:p>
            <a:r>
              <a:t>• Data: SQLite persistent tracking system.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pPr>
              <a:defRPr sz="3200" b="1">
                <a:solidFill>
                  <a:srgbClr val="0096FF"/>
                </a:solidFill>
              </a:defRPr>
            </a:pPr>
            <a:r>
              <a:t>PROGRAMMING STANDARDS</a:t>
            </a:r>
          </a:p>
        </p:txBody>
      </p:sp>
      <p:sp>
        <p:nvSpPr>
          <p:cNvPr id="3" name="Content Placeholder 2"/>
          <p:cNvSpPr>
            <a:spLocks noGrp="1"/>
          </p:cNvSpPr>
          <p:nvPr>
            <p:ph idx="1"/>
          </p:nvPr>
        </p:nvSpPr>
        <p:spPr/>
        <p:txBody>
          <a:bodyPr/>
          <a:lstStyle/>
          <a:p>
            <a:r>
              <a:t>• Standardization: PEP 8 compliant Python.</a:t>
            </a:r>
          </a:p>
          <a:p>
            <a:r>
              <a:t>• Resilience: Robust Error Handing (Network Fallbacks).</a:t>
            </a:r>
          </a:p>
          <a:p>
            <a:r>
              <a:t>• Concurrency: SocketIO for real-time dashboard updates.</a:t>
            </a:r>
          </a:p>
          <a:p>
            <a:r>
              <a:t>• AI: Connection pooling for speed.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pPr>
              <a:defRPr sz="3200" b="1">
                <a:solidFill>
                  <a:srgbClr val="0096FF"/>
                </a:solidFill>
              </a:defRPr>
            </a:pPr>
            <a:r>
              <a:t>TESTING &amp; VALIDATION</a:t>
            </a:r>
          </a:p>
        </p:txBody>
      </p:sp>
      <p:sp>
        <p:nvSpPr>
          <p:cNvPr id="3" name="Content Placeholder 2"/>
          <p:cNvSpPr>
            <a:spLocks noGrp="1"/>
          </p:cNvSpPr>
          <p:nvPr>
            <p:ph idx="1"/>
          </p:nvPr>
        </p:nvSpPr>
        <p:spPr/>
        <p:txBody>
          <a:bodyPr/>
          <a:lstStyle/>
          <a:p>
            <a:r>
              <a:t>• Test Methodology: Unit &amp; Integration testing.</a:t>
            </a:r>
          </a:p>
          <a:p>
            <a:r>
              <a:t>• Tooling: PyTest, Browser Debugging.</a:t>
            </a:r>
          </a:p>
          <a:p>
            <a:r>
              <a:t>• Results: Validation of 1-day critical alert system.</a:t>
            </a:r>
          </a:p>
          <a:p>
            <a:r>
              <a:t>• Accuracy: High-precision identification of spoiled bio-matter.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67970" y="365125"/>
            <a:ext cx="2510790" cy="880110"/>
          </a:xfrm>
        </p:spPr>
        <p:txBody>
          <a:bodyPr/>
          <a:p>
            <a:r>
              <a:rPr lang="en-US" sz="3200">
                <a:solidFill>
                  <a:schemeClr val="bg2">
                    <a:lumMod val="50000"/>
                  </a:schemeClr>
                </a:solidFill>
              </a:rPr>
              <a:t>RESULT</a:t>
            </a:r>
            <a:endParaRPr lang="en-US" sz="3200">
              <a:solidFill>
                <a:schemeClr val="bg2">
                  <a:lumMod val="50000"/>
                </a:schemeClr>
              </a:solidFill>
            </a:endParaRPr>
          </a:p>
        </p:txBody>
      </p:sp>
      <p:pic>
        <p:nvPicPr>
          <p:cNvPr id="5" name="Content Placeholder 4" descr="Screenshot 2026-03-26 204616"/>
          <p:cNvPicPr>
            <a:picLocks noChangeAspect="1"/>
          </p:cNvPicPr>
          <p:nvPr>
            <p:ph idx="1"/>
          </p:nvPr>
        </p:nvPicPr>
        <p:blipFill>
          <a:blip r:embed="rId1"/>
          <a:stretch>
            <a:fillRect/>
          </a:stretch>
        </p:blipFill>
        <p:spPr>
          <a:xfrm>
            <a:off x="47625" y="1130935"/>
            <a:ext cx="8965565" cy="5121275"/>
          </a:xfrm>
          <a:prstGeom prst="rect">
            <a:avLst/>
          </a:prstGeom>
        </p:spPr>
      </p:pic>
      <p:sp>
        <p:nvSpPr>
          <p:cNvPr id="4" name="Footer Placeholder 3"/>
          <p:cNvSpPr>
            <a:spLocks noGrp="1"/>
          </p:cNvSpPr>
          <p:nvPr>
            <p:ph type="ftr" sz="quarter" idx="11"/>
          </p:nvPr>
        </p:nvSpPr>
        <p:spPr/>
        <p:txBody>
          <a:bodyPr/>
          <a:p>
            <a:r>
              <a:rPr lang="en-US">
                <a:solidFill>
                  <a:prstClr val="white"/>
                </a:solidFill>
              </a:rPr>
              <a:t>python</a:t>
            </a:r>
            <a:endParaRPr lang="en-US" dirty="0">
              <a:solidFill>
                <a:prstClr val="white"/>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70857" y="2013857"/>
            <a:ext cx="7244471" cy="2231571"/>
          </a:xfrm>
        </p:spPr>
        <p:txBody>
          <a:bodyPr>
            <a:normAutofit/>
          </a:bodyPr>
          <a:lstStyle/>
          <a:p>
            <a:pPr algn="ctr"/>
            <a:r>
              <a:rPr lang="en-US" sz="5145" dirty="0"/>
              <a:t>Thank You</a:t>
            </a:r>
            <a:endParaRPr lang="en-IN" sz="5145" dirty="0"/>
          </a:p>
        </p:txBody>
      </p:sp>
      <p:sp>
        <p:nvSpPr>
          <p:cNvPr id="4" name="Footer Placeholder 3"/>
          <p:cNvSpPr>
            <a:spLocks noGrp="1"/>
          </p:cNvSpPr>
          <p:nvPr>
            <p:ph type="ftr" sz="quarter" idx="4294967295"/>
          </p:nvPr>
        </p:nvSpPr>
        <p:spPr>
          <a:xfrm>
            <a:off x="0" y="6492875"/>
            <a:ext cx="7674429" cy="365125"/>
          </a:xfrm>
        </p:spPr>
        <p:txBody>
          <a:bodyPr/>
          <a:lstStyle/>
          <a:p>
            <a:endParaRPr lang="en-US" dirty="0"/>
          </a:p>
        </p:txBody>
      </p:sp>
      <p:sp>
        <p:nvSpPr>
          <p:cNvPr id="2" name="Slide Number Placeholder 1"/>
          <p:cNvSpPr>
            <a:spLocks noGrp="1"/>
          </p:cNvSpPr>
          <p:nvPr>
            <p:ph type="sldNum" sz="quarter" idx="12"/>
          </p:nvPr>
        </p:nvSpPr>
        <p:spPr/>
        <p:txBody>
          <a:bodyPr/>
          <a:lstStyle/>
          <a:p>
            <a:endParaRPr lang="en-US" dirty="0"/>
          </a:p>
        </p:txBody>
      </p:sp>
    </p:spTree>
  </p:cSld>
  <p:clrMapOvr>
    <a:masterClrMapping/>
  </p:clrMapOvr>
</p:sld>
</file>

<file path=ppt/theme/theme1.xml><?xml version="1.0" encoding="utf-8"?>
<a:theme xmlns:a="http://schemas.openxmlformats.org/drawingml/2006/main" name="1_Office Theme">
  <a:themeElements>
    <a:clrScheme name="Custom 4">
      <a:dk1>
        <a:sysClr val="windowText" lastClr="000000"/>
      </a:dk1>
      <a:lt1>
        <a:sysClr val="window" lastClr="FFFFFF"/>
      </a:lt1>
      <a:dk2>
        <a:srgbClr val="4E5B6F"/>
      </a:dk2>
      <a:lt2>
        <a:srgbClr val="D6ECFF"/>
      </a:lt2>
      <a:accent1>
        <a:srgbClr val="FF3300"/>
      </a:accent1>
      <a:accent2>
        <a:srgbClr val="EA157A"/>
      </a:accent2>
      <a:accent3>
        <a:srgbClr val="FEB80A"/>
      </a:accent3>
      <a:accent4>
        <a:srgbClr val="00ADDC"/>
      </a:accent4>
      <a:accent5>
        <a:srgbClr val="738AC8"/>
      </a:accent5>
      <a:accent6>
        <a:srgbClr val="1AB39F"/>
      </a:accent6>
      <a:hlink>
        <a:srgbClr val="FF3300"/>
      </a:hlink>
      <a:folHlink>
        <a:srgbClr val="000000"/>
      </a:folHlink>
    </a:clrScheme>
    <a:fontScheme name="Custom 2">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E4DB0E422628E498CAB173F47079CA5" ma:contentTypeVersion="2" ma:contentTypeDescription="Create a new document." ma:contentTypeScope="" ma:versionID="9f9d34a288f8b3464df0bfd6dd009377">
  <xsd:schema xmlns:xsd="http://www.w3.org/2001/XMLSchema" xmlns:xs="http://www.w3.org/2001/XMLSchema" xmlns:p="http://schemas.microsoft.com/office/2006/metadata/properties" xmlns:ns2="2e23bac1-ff14-4532-862d-b65036cbee0c" targetNamespace="http://schemas.microsoft.com/office/2006/metadata/properties" ma:root="true" ma:fieldsID="05f6c82f9d090c7ecb7b9272a586379c" ns2:_="">
    <xsd:import namespace="2e23bac1-ff14-4532-862d-b65036cbee0c"/>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23bac1-ff14-4532-862d-b65036cbee0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4CAC420-5931-445B-B72B-8CCFAFAB6259}">
  <ds:schemaRefs/>
</ds:datastoreItem>
</file>

<file path=customXml/itemProps2.xml><?xml version="1.0" encoding="utf-8"?>
<ds:datastoreItem xmlns:ds="http://schemas.openxmlformats.org/officeDocument/2006/customXml" ds:itemID="{6D7E1457-6187-406A-B8D4-F37986B6F7C4}">
  <ds:schemaRefs/>
</ds:datastoreItem>
</file>

<file path=customXml/itemProps3.xml><?xml version="1.0" encoding="utf-8"?>
<ds:datastoreItem xmlns:ds="http://schemas.openxmlformats.org/officeDocument/2006/customXml" ds:itemID="{AAF9C6BB-BFBA-408C-B03D-5D03871911BF}">
  <ds:schemaRefs/>
</ds:datastoreItem>
</file>

<file path=docProps/app.xml><?xml version="1.0" encoding="utf-8"?>
<Properties xmlns="http://schemas.openxmlformats.org/officeDocument/2006/extended-properties" xmlns:vt="http://schemas.openxmlformats.org/officeDocument/2006/docPropsVTypes">
  <TotalTime>0</TotalTime>
  <Words>1867</Words>
  <Application>WPS Presentation</Application>
  <PresentationFormat>On-screen Show (4:3)</PresentationFormat>
  <Paragraphs>64</Paragraphs>
  <Slides>11</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11</vt:i4>
      </vt:variant>
    </vt:vector>
  </HeadingPairs>
  <TitlesOfParts>
    <vt:vector size="20" baseType="lpstr">
      <vt:lpstr>Arial</vt:lpstr>
      <vt:lpstr>SimSun</vt:lpstr>
      <vt:lpstr>Wingdings</vt:lpstr>
      <vt:lpstr>Times New Roman</vt:lpstr>
      <vt:lpstr>Cambria</vt:lpstr>
      <vt:lpstr>Microsoft YaHei</vt:lpstr>
      <vt:lpstr>Arial Unicode MS</vt:lpstr>
      <vt:lpstr>Calibri</vt:lpstr>
      <vt:lpstr>1_Office Theme</vt:lpstr>
      <vt:lpstr>Digital Food Expiry Detector</vt:lpstr>
      <vt:lpstr>using Deep Learning</vt:lpstr>
      <vt:lpstr>INTRODUCTION</vt:lpstr>
      <vt:lpstr>OVERALL DESCRIPTION</vt:lpstr>
      <vt:lpstr>SPECIFIC REQUIREMENTS</vt:lpstr>
      <vt:lpstr>SYSTEM FLOW &amp; ARCHITECTURE</vt:lpstr>
      <vt:lpstr>METHOD OF SOLUTION</vt:lpstr>
      <vt:lpstr>PROGRAMMING STANDARDS</vt:lpstr>
      <vt:lpstr>TESTING &amp; VALIDATION</vt:lpstr>
      <vt:lpstr>PowerPoint 演示文稿</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Stacks</dc:title>
  <dc:creator>CCLAB</dc:creator>
  <cp:lastModifiedBy>sandhiya A</cp:lastModifiedBy>
  <cp:revision>88</cp:revision>
  <dcterms:created xsi:type="dcterms:W3CDTF">2017-07-25T03:19:00Z</dcterms:created>
  <dcterms:modified xsi:type="dcterms:W3CDTF">2026-03-26T15:17:50Z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0x010100CE4DB0E422628E498CAB173F47079CA5</vt:lpwstr>
  </property>
  <property fmtid="{D5CDD505-2E9C-101B-9397-08002B2CF9AE}" pid="3" name="KSOProductBuildVer">
    <vt:lpwstr>1033-12.1.0.25242</vt:lpwstr>
  </property>
  <property fmtid="{D5CDD505-2E9C-101B-9397-08002B2CF9AE}" pid="4" name="ICV">
    <vt:lpwstr>584A89F513EF4190A2245FB288AB2E11_12</vt:lpwstr>
  </property>
</Properties>
</file>